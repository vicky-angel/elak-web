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lak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37744"/>
            <a:ext cx="528556" cy="713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18320" y="438912"/>
            <a:ext cx="21488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spc="180">
                <a:solidFill>
                  <a:srgbClr val="6E675E"/>
                </a:solidFill>
                <a:latin typeface="Helvetica Neue"/>
                <a:ea typeface="PingFang SC"/>
                <a:cs typeface="Helvetica Neue"/>
              </a:rPr>
              <a:t>01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078992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0">
                <a:solidFill>
                  <a:srgbClr val="1D1D1F"/>
                </a:solidFill>
                <a:latin typeface="Helvetica Neue"/>
                <a:ea typeface="PingFang SC"/>
                <a:cs typeface="Helvetica Neue"/>
              </a:rPr>
              <a:t>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520440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E675E"/>
                </a:solidFill>
                <a:latin typeface="Helvetica Neue"/>
                <a:ea typeface="PingFang SC"/>
                <a:cs typeface="Helvetica Neue"/>
              </a:rPr>
              <a:t>One line about what you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989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spc="80">
                <a:solidFill>
                  <a:srgbClr val="6E675E"/>
                </a:solidFill>
                <a:latin typeface="Helvetica Neue"/>
                <a:ea typeface="PingFang SC"/>
                <a:cs typeface="Helvetica Neue"/>
              </a:rPr>
              <a:t>Your names    ·   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lak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37744"/>
            <a:ext cx="528556" cy="713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17320" y="438912"/>
            <a:ext cx="59436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spc="280">
                <a:solidFill>
                  <a:srgbClr val="5F7D62"/>
                </a:solidFill>
                <a:latin typeface="Helvetica Neue"/>
                <a:ea typeface="PingFang SC"/>
                <a:cs typeface="Helvetica Neue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438912"/>
            <a:ext cx="21488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spc="180">
                <a:solidFill>
                  <a:srgbClr val="6E675E"/>
                </a:solidFill>
                <a:latin typeface="Helvetica Neue"/>
                <a:ea typeface="PingFang SC"/>
                <a:cs typeface="Helvetica Neue"/>
              </a:rPr>
              <a:t>02  /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65960"/>
            <a:ext cx="1078992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1D1D1F"/>
                </a:solidFill>
                <a:latin typeface="Helvetica Neue"/>
                <a:ea typeface="PingFang SC"/>
                <a:cs typeface="Helvetica Neue"/>
              </a:rPr>
              <a:t>Headline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94760"/>
            <a:ext cx="3401568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5F7D62"/>
                </a:solidFill>
                <a:latin typeface="Helvetica Neue"/>
                <a:ea typeface="PingFang SC"/>
                <a:cs typeface="Helvetica Neue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233672"/>
            <a:ext cx="3401568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D1D1F"/>
                </a:solidFill>
                <a:latin typeface="Helvetica Neue"/>
                <a:ea typeface="PingFang SC"/>
                <a:cs typeface="Helvetica Neue"/>
              </a:rPr>
              <a:t>What people do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7408" y="3794760"/>
            <a:ext cx="3401568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5F7D62"/>
                </a:solidFill>
                <a:latin typeface="Helvetica Neue"/>
                <a:ea typeface="PingFang SC"/>
                <a:cs typeface="Helvetica Neue"/>
              </a:rPr>
              <a:t>WHY IT FAILS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4233672"/>
            <a:ext cx="3401568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D1D1F"/>
                </a:solidFill>
                <a:latin typeface="Helvetica Neue"/>
                <a:ea typeface="PingFang SC"/>
                <a:cs typeface="Helvetica Neue"/>
              </a:rPr>
              <a:t>Why that is not enough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3794760"/>
            <a:ext cx="3401568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5F7D62"/>
                </a:solidFill>
                <a:latin typeface="Helvetica Neue"/>
                <a:ea typeface="PingFang SC"/>
                <a:cs typeface="Helvetica Neue"/>
              </a:rPr>
              <a:t>SUBSTITUTES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4233672"/>
            <a:ext cx="3401568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D1D1F"/>
                </a:solidFill>
                <a:latin typeface="Helvetica Neue"/>
                <a:ea typeface="PingFang SC"/>
                <a:cs typeface="Helvetica Neue"/>
              </a:rPr>
              <a:t>Why the other options fail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lak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37744"/>
            <a:ext cx="528556" cy="713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17320" y="438912"/>
            <a:ext cx="59436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spc="280">
                <a:solidFill>
                  <a:srgbClr val="5F7D62"/>
                </a:solidFill>
                <a:latin typeface="Helvetica Neue"/>
                <a:ea typeface="PingFang SC"/>
                <a:cs typeface="Helvetica Neue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438912"/>
            <a:ext cx="21488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spc="180">
                <a:solidFill>
                  <a:srgbClr val="6E675E"/>
                </a:solidFill>
                <a:latin typeface="Helvetica Neue"/>
                <a:ea typeface="PingFang SC"/>
                <a:cs typeface="Helvetica Neue"/>
              </a:rPr>
              <a:t>03  /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65960"/>
            <a:ext cx="1078992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1D1D1F"/>
                </a:solidFill>
                <a:latin typeface="Helvetica Neue"/>
                <a:ea typeface="PingFang SC"/>
                <a:cs typeface="Helvetica Neue"/>
              </a:rPr>
              <a:t>Headline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94760"/>
            <a:ext cx="3401568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5F7D62"/>
                </a:solidFill>
                <a:latin typeface="Helvetica Neue"/>
                <a:ea typeface="PingFang SC"/>
                <a:cs typeface="Helvetica Neue"/>
              </a:rPr>
              <a:t>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233672"/>
            <a:ext cx="3401568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D1D1F"/>
                </a:solidFill>
                <a:latin typeface="Helvetica Neue"/>
                <a:ea typeface="PingFang SC"/>
                <a:cs typeface="Helvetica Neue"/>
              </a:rPr>
              <a:t>The current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7408" y="3794760"/>
            <a:ext cx="3401568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5F7D62"/>
                </a:solidFill>
                <a:latin typeface="Helvetica Neue"/>
                <a:ea typeface="PingFang SC"/>
                <a:cs typeface="Helvetica Neue"/>
              </a:rPr>
              <a:t>WITH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4233672"/>
            <a:ext cx="3401568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D1D1F"/>
                </a:solidFill>
                <a:latin typeface="Helvetica Neue"/>
                <a:ea typeface="PingFang SC"/>
                <a:cs typeface="Helvetica Neue"/>
              </a:rPr>
              <a:t>What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3794760"/>
            <a:ext cx="3401568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5F7D62"/>
                </a:solidFill>
                <a:latin typeface="Helvetica Neue"/>
                <a:ea typeface="PingFang SC"/>
                <a:cs typeface="Helvetica Neue"/>
              </a:rPr>
              <a:t>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4233672"/>
            <a:ext cx="3401568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D1D1F"/>
                </a:solidFill>
                <a:latin typeface="Helvetica Neue"/>
                <a:ea typeface="PingFang SC"/>
                <a:cs typeface="Helvetica Neue"/>
              </a:rPr>
              <a:t>The result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lak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37744"/>
            <a:ext cx="528556" cy="713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17320" y="438912"/>
            <a:ext cx="59436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spc="280">
                <a:solidFill>
                  <a:srgbClr val="5F7D62"/>
                </a:solidFill>
                <a:latin typeface="Helvetica Neue"/>
                <a:ea typeface="PingFang SC"/>
                <a:cs typeface="Helvetica Neue"/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438912"/>
            <a:ext cx="21488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spc="180">
                <a:solidFill>
                  <a:srgbClr val="6E675E"/>
                </a:solidFill>
                <a:latin typeface="Helvetica Neue"/>
                <a:ea typeface="PingFang SC"/>
                <a:cs typeface="Helvetica Neue"/>
              </a:rPr>
              <a:t>04  /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65960"/>
            <a:ext cx="1078992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1D1D1F"/>
                </a:solidFill>
                <a:latin typeface="Helvetica Neue"/>
                <a:ea typeface="PingFang SC"/>
                <a:cs typeface="Helvetica Neue"/>
              </a:rPr>
              <a:t>Headline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94760"/>
            <a:ext cx="3401568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5F7D62"/>
                </a:solidFill>
                <a:latin typeface="Helvetica Neue"/>
                <a:ea typeface="PingFang SC"/>
                <a:cs typeface="Helvetica Neue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233672"/>
            <a:ext cx="3401568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D1D1F"/>
                </a:solidFill>
                <a:latin typeface="Helvetica Neue"/>
                <a:ea typeface="PingFang SC"/>
                <a:cs typeface="Helvetica Neue"/>
              </a:rPr>
              <a:t>The product, in one or two 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7408" y="3794760"/>
            <a:ext cx="3401568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5F7D62"/>
                </a:solidFill>
                <a:latin typeface="Helvetica Neue"/>
                <a:ea typeface="PingFang SC"/>
                <a:cs typeface="Helvetica Neue"/>
              </a:rPr>
              <a:t>WHAT IS NEW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4233672"/>
            <a:ext cx="3401568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D1D1F"/>
                </a:solidFill>
                <a:latin typeface="Helvetica Neue"/>
                <a:ea typeface="PingFang SC"/>
                <a:cs typeface="Helvetica Neue"/>
              </a:rPr>
              <a:t>What you can show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3794760"/>
            <a:ext cx="3401568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5F7D62"/>
                </a:solidFill>
                <a:latin typeface="Helvetica Neue"/>
                <a:ea typeface="PingFang SC"/>
                <a:cs typeface="Helvetica Neue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4233672"/>
            <a:ext cx="3401568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D1D1F"/>
                </a:solidFill>
                <a:latin typeface="Helvetica Neue"/>
                <a:ea typeface="PingFang SC"/>
                <a:cs typeface="Helvetica Neue"/>
              </a:rPr>
              <a:t>What comes 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lak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37744"/>
            <a:ext cx="528556" cy="713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17320" y="438912"/>
            <a:ext cx="59436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spc="280">
                <a:solidFill>
                  <a:srgbClr val="5F7D62"/>
                </a:solidFill>
                <a:latin typeface="Helvetica Neue"/>
                <a:ea typeface="PingFang SC"/>
                <a:cs typeface="Helvetica Neue"/>
              </a:rP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438912"/>
            <a:ext cx="21488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spc="180">
                <a:solidFill>
                  <a:srgbClr val="6E675E"/>
                </a:solidFill>
                <a:latin typeface="Helvetica Neue"/>
                <a:ea typeface="PingFang SC"/>
                <a:cs typeface="Helvetica Neue"/>
              </a:rPr>
              <a:t>05  /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37360"/>
            <a:ext cx="1078992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D1D1F"/>
                </a:solidFill>
                <a:latin typeface="Helvetica Neue"/>
                <a:ea typeface="PingFang SC"/>
                <a:cs typeface="Helvetica Neue"/>
              </a:rPr>
              <a:t>Headline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56616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D1D1F"/>
                </a:solidFill>
                <a:latin typeface="Helvetica Neue"/>
                <a:ea typeface="PingFang SC"/>
                <a:cs typeface="Helvetica Neue"/>
              </a:rPr>
              <a:t>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3566160"/>
            <a:ext cx="7498079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E675E"/>
                </a:solidFill>
                <a:latin typeface="Helvetica Neue"/>
                <a:ea typeface="PingFang SC"/>
                <a:cs typeface="Helvetica Neue"/>
              </a:rPr>
              <a:t>Where you are strong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224528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D1D1F"/>
                </a:solidFill>
                <a:latin typeface="Helvetica Neue"/>
                <a:ea typeface="PingFang SC"/>
                <a:cs typeface="Helvetica Neue"/>
              </a:rPr>
              <a:t>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4224528"/>
            <a:ext cx="7498079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E675E"/>
                </a:solidFill>
                <a:latin typeface="Helvetica Neue"/>
                <a:ea typeface="PingFang SC"/>
                <a:cs typeface="Helvetica Neue"/>
              </a:rPr>
              <a:t>Where they stop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882896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D1D1F"/>
                </a:solidFill>
                <a:latin typeface="Helvetica Neue"/>
                <a:ea typeface="PingFang SC"/>
                <a:cs typeface="Helvetica Neue"/>
              </a:rPr>
              <a:t>Them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4882896"/>
            <a:ext cx="7498079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E675E"/>
                </a:solidFill>
                <a:latin typeface="Helvetica Neue"/>
                <a:ea typeface="PingFang SC"/>
                <a:cs typeface="Helvetica Neue"/>
              </a:rPr>
              <a:t>Where they stop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541264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D1D1F"/>
                </a:solidFill>
                <a:latin typeface="Helvetica Neue"/>
                <a:ea typeface="PingFang SC"/>
                <a:cs typeface="Helvetica Neue"/>
              </a:rPr>
              <a:t>Them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5541264"/>
            <a:ext cx="7498079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E675E"/>
                </a:solidFill>
                <a:latin typeface="Helvetica Neue"/>
                <a:ea typeface="PingFang SC"/>
                <a:cs typeface="Helvetica Neue"/>
              </a:rPr>
              <a:t>Where they stop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lak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37744"/>
            <a:ext cx="528556" cy="713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17320" y="438912"/>
            <a:ext cx="59436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spc="280">
                <a:solidFill>
                  <a:srgbClr val="5F7D62"/>
                </a:solidFill>
                <a:latin typeface="Helvetica Neue"/>
                <a:ea typeface="PingFang SC"/>
                <a:cs typeface="Helvetica Neue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438912"/>
            <a:ext cx="21488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spc="180">
                <a:solidFill>
                  <a:srgbClr val="6E675E"/>
                </a:solidFill>
                <a:latin typeface="Helvetica Neue"/>
                <a:ea typeface="PingFang SC"/>
                <a:cs typeface="Helvetica Neue"/>
              </a:rPr>
              <a:t>06  /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37360"/>
            <a:ext cx="1078992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D1D1F"/>
                </a:solidFill>
                <a:latin typeface="Helvetica Neue"/>
                <a:ea typeface="PingFang SC"/>
                <a:cs typeface="Helvetica Neue"/>
              </a:rPr>
              <a:t>Headline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56616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D1D1F"/>
                </a:solidFill>
                <a:latin typeface="Helvetica Neue"/>
                <a:ea typeface="PingFang SC"/>
                <a:cs typeface="Helvetica Neue"/>
              </a:rPr>
              <a:t>Who pays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3566160"/>
            <a:ext cx="7498079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E675E"/>
                </a:solidFill>
                <a:latin typeface="Helvetica Neue"/>
                <a:ea typeface="PingFang SC"/>
                <a:cs typeface="Helvetica Neue"/>
              </a:rPr>
              <a:t>The buyer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224528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D1D1F"/>
                </a:solidFill>
                <a:latin typeface="Helvetica Neue"/>
                <a:ea typeface="PingFang SC"/>
                <a:cs typeface="Helvetica Neue"/>
              </a:rPr>
              <a:t>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4224528"/>
            <a:ext cx="7498079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E675E"/>
                </a:solidFill>
                <a:latin typeface="Helvetica Neue"/>
                <a:ea typeface="PingFang SC"/>
                <a:cs typeface="Helvetica Neue"/>
              </a:rPr>
              <a:t>How you charge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882896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D1D1F"/>
                </a:solidFill>
                <a:latin typeface="Helvetica Neue"/>
                <a:ea typeface="PingFang SC"/>
                <a:cs typeface="Helvetica Neue"/>
              </a:rPr>
              <a:t>First 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4882896"/>
            <a:ext cx="7498079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E675E"/>
                </a:solidFill>
                <a:latin typeface="Helvetica Neue"/>
                <a:ea typeface="PingFang SC"/>
                <a:cs typeface="Helvetica Neue"/>
              </a:rPr>
              <a:t>Who, and why they 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541264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D1D1F"/>
                </a:solidFill>
                <a:latin typeface="Helvetica Neue"/>
                <a:ea typeface="PingFang SC"/>
                <a:cs typeface="Helvetica Neue"/>
              </a:rPr>
              <a:t>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5541264"/>
            <a:ext cx="7498079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E675E"/>
                </a:solidFill>
                <a:latin typeface="Helvetica Neue"/>
                <a:ea typeface="PingFang SC"/>
                <a:cs typeface="Helvetica Neue"/>
              </a:rPr>
              <a:t>How you reach them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lak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37744"/>
            <a:ext cx="528556" cy="713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17320" y="438912"/>
            <a:ext cx="59436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spc="280">
                <a:solidFill>
                  <a:srgbClr val="5F7D62"/>
                </a:solidFill>
                <a:latin typeface="Helvetica Neue"/>
                <a:ea typeface="PingFang SC"/>
                <a:cs typeface="Helvetica Neue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438912"/>
            <a:ext cx="21488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spc="180">
                <a:solidFill>
                  <a:srgbClr val="6E675E"/>
                </a:solidFill>
                <a:latin typeface="Helvetica Neue"/>
                <a:ea typeface="PingFang SC"/>
                <a:cs typeface="Helvetica Neue"/>
              </a:rPr>
              <a:t>07  /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37360"/>
            <a:ext cx="1078992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D1D1F"/>
                </a:solidFill>
                <a:latin typeface="Helvetica Neue"/>
                <a:ea typeface="PingFang SC"/>
                <a:cs typeface="Helvetica Neue"/>
              </a:rPr>
              <a:t>Headline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56616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D1D1F"/>
                </a:solidFill>
                <a:latin typeface="Helvetica Neue"/>
                <a:ea typeface="PingFang SC"/>
                <a:cs typeface="Helvetica Neue"/>
              </a:rPr>
              <a:t>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3566160"/>
            <a:ext cx="7498079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E675E"/>
                </a:solidFill>
                <a:latin typeface="Helvetica Neue"/>
                <a:ea typeface="PingFang SC"/>
                <a:cs typeface="Helvetica Neue"/>
              </a:rPr>
              <a:t>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224528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D1D1F"/>
                </a:solidFill>
                <a:latin typeface="Helvetica Neue"/>
                <a:ea typeface="PingFang SC"/>
                <a:cs typeface="Helvetica Neue"/>
              </a:rPr>
              <a:t>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4224528"/>
            <a:ext cx="7498079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E675E"/>
                </a:solidFill>
                <a:latin typeface="Helvetica Neue"/>
                <a:ea typeface="PingFang SC"/>
                <a:cs typeface="Helvetica Neue"/>
              </a:rPr>
              <a:t>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882896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D1D1F"/>
                </a:solidFill>
                <a:latin typeface="Helvetica Neue"/>
                <a:ea typeface="PingFang SC"/>
                <a:cs typeface="Helvetica Neue"/>
              </a:rPr>
              <a:t>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4882896"/>
            <a:ext cx="7498079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E675E"/>
                </a:solidFill>
                <a:latin typeface="Helvetica Neue"/>
                <a:ea typeface="PingFang SC"/>
                <a:cs typeface="Helvetica Neue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541264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D1D1F"/>
                </a:solidFill>
                <a:latin typeface="Helvetica Neue"/>
                <a:ea typeface="PingFang SC"/>
                <a:cs typeface="Helvetica Neue"/>
              </a:rPr>
              <a:t>Advisor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5541264"/>
            <a:ext cx="7498079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E675E"/>
                </a:solidFill>
                <a:latin typeface="Helvetica Neue"/>
                <a:ea typeface="PingFang SC"/>
                <a:cs typeface="Helvetica Neue"/>
              </a:rPr>
              <a:t>Role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lak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37744"/>
            <a:ext cx="528556" cy="713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17320" y="438912"/>
            <a:ext cx="59436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spc="280">
                <a:solidFill>
                  <a:srgbClr val="5F7D62"/>
                </a:solidFill>
                <a:latin typeface="Helvetica Neue"/>
                <a:ea typeface="PingFang SC"/>
                <a:cs typeface="Helvetica Neue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438912"/>
            <a:ext cx="21488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spc="180">
                <a:solidFill>
                  <a:srgbClr val="6E675E"/>
                </a:solidFill>
                <a:latin typeface="Helvetica Neue"/>
                <a:ea typeface="PingFang SC"/>
                <a:cs typeface="Helvetica Neue"/>
              </a:rPr>
              <a:t>08  /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65960"/>
            <a:ext cx="1078992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1D1D1F"/>
                </a:solidFill>
                <a:latin typeface="Helvetica Neue"/>
                <a:ea typeface="PingFang SC"/>
                <a:cs typeface="Helvetica Neue"/>
              </a:rPr>
              <a:t>Headline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94760"/>
            <a:ext cx="3401568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5F7D62"/>
                </a:solidFill>
                <a:latin typeface="Helvetica Neue"/>
                <a:ea typeface="PingFang SC"/>
                <a:cs typeface="Helvetica Neue"/>
              </a:rPr>
              <a:t>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233672"/>
            <a:ext cx="3401568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D1D1F"/>
                </a:solidFill>
                <a:latin typeface="Helvetica Neue"/>
                <a:ea typeface="PingFang SC"/>
                <a:cs typeface="Helvetica Neue"/>
              </a:rPr>
              <a:t>The number, when you have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7408" y="3794760"/>
            <a:ext cx="3401568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5F7D62"/>
                </a:solidFill>
                <a:latin typeface="Helvetica Neue"/>
                <a:ea typeface="PingFang SC"/>
                <a:cs typeface="Helvetica Neue"/>
              </a:rPr>
              <a:t>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4233672"/>
            <a:ext cx="3401568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D1D1F"/>
                </a:solidFill>
                <a:latin typeface="Helvetica Neue"/>
                <a:ea typeface="PingFang SC"/>
                <a:cs typeface="Helvetica Neue"/>
              </a:rPr>
              <a:t>The next 90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3794760"/>
            <a:ext cx="3401568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5F7D62"/>
                </a:solidFill>
                <a:latin typeface="Helvetica Neue"/>
                <a:ea typeface="PingFang SC"/>
                <a:cs typeface="Helvetica Neue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4233672"/>
            <a:ext cx="3401568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D1D1F"/>
                </a:solidFill>
                <a:latin typeface="Helvetica Neue"/>
                <a:ea typeface="PingFang SC"/>
                <a:cs typeface="Helvetica Neue"/>
              </a:rPr>
              <a:t>What a customer already said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ELAK Pitch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